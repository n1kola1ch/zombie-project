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48" y="19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E9E6BE-14C8-477D-A770-310112FAA9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A781974-B5EE-49C3-B616-3EF5B60496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C5F4A26-B887-43AF-A124-00ABE4D3D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A6EB4-86C6-4AE1-AE24-9396BC492015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4037BE2-8B62-4292-A8D1-69C07F7FF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13CD035-3011-4C8A-84A8-471088D27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AE470-32CE-42C1-AF50-04557768C3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9918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CB8094-E8E4-423C-98C4-8F49F9A89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7D5630A-4E20-4F07-8B02-B3D486BD71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E6B5E62-AD75-4EB2-B297-64B45811F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A6EB4-86C6-4AE1-AE24-9396BC492015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51D93DF-4257-474E-AEEE-803EBEAC7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E7519FB-9BF0-49BB-9E2D-7B96C90FC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AE470-32CE-42C1-AF50-04557768C3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604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6B5214-1024-4D22-9ED6-709323591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FE0ECE4-F33B-4BF2-982D-41E1E2B0E3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6133AF9-B2E3-4E59-9FEF-759CED1F7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A6EB4-86C6-4AE1-AE24-9396BC492015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DC4692B-8B4C-45BE-9E93-D52601FF6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B687F8A-51D1-4E53-8575-072D10537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AE470-32CE-42C1-AF50-04557768C3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0014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6800A7-F9FD-44AF-A9CE-7AA68A6A2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0754018-EFDF-4920-A8D1-9D9EA3F6CD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813E4FC-0E42-47C9-8206-3B00640FBE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0B9133E-0AEF-472A-95C7-B56BDE1A0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A6EB4-86C6-4AE1-AE24-9396BC492015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1BA47FE-C455-498C-9929-FE0E420D4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1CF28BE-BBF2-463D-A033-22DF9AE15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AE470-32CE-42C1-AF50-04557768C3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852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123CB8-416D-4BA4-BA62-4F3B631FD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7B8ACB0-BC1C-4020-82C6-25170DA707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42ECB2F-A726-41AF-AA27-A4AF45668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4B9BCEE-315A-4759-AAA4-2ECCA107E6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43481A5-6726-492E-8243-497203000E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2098390-ACE0-4A4A-BC1B-423172EEE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A6EB4-86C6-4AE1-AE24-9396BC492015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CA548F3-5F11-4FA2-93CA-129D8B314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938DE28-31E2-416C-AF08-11EF1C37B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AE470-32CE-42C1-AF50-04557768C3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7001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B2BD37-28F4-46BF-BEA4-6386528C8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BDE2608-00AA-4E9C-A381-94E488D6D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A6EB4-86C6-4AE1-AE24-9396BC492015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98956F8-414D-4BB3-957D-01B877F9C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8E81132-DD40-4EC3-8FF4-2CE815C60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AE470-32CE-42C1-AF50-04557768C3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6802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A2C444B-4BCE-4269-96C0-569450819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A6EB4-86C6-4AE1-AE24-9396BC492015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342F829-DE15-4637-A056-D43D66FB8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9C6DDBA-CE64-4C79-8FED-345F64D60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AE470-32CE-42C1-AF50-04557768C3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1496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37FC1C-2A43-43B5-A8A9-384D92A29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5B80DB7-7FB0-474B-B841-0ACD48BD41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15B466E-4A02-4E14-BB89-40927E9F47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D227B19-E0F0-4506-A2C4-DB1802C99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A6EB4-86C6-4AE1-AE24-9396BC492015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1A628A9-EAAE-459C-8E4B-16AA29A80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54F71CD-FA60-42AA-9F84-B10985E52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AE470-32CE-42C1-AF50-04557768C3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6651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21A29E-1242-4098-8F4A-E8E1AAC00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E9EE423-879C-4C15-A63A-EF97CFF5DB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BF6E8CE-33C1-4A5C-94F7-D3FFF574C8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71F3CFE-13EC-4F98-A61F-21B6DB4DD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A6EB4-86C6-4AE1-AE24-9396BC492015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60CAC92-8C84-429E-9249-F1FF13A8A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E24535E-D0E6-4485-B8F3-90D1A29EB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AE470-32CE-42C1-AF50-04557768C3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8160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63108D-E4E3-4806-B251-8A848A454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E3ED365-3319-49DF-89FA-F8FA2A430B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080F6BD-8D5E-4944-9277-2B294331F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A6EB4-86C6-4AE1-AE24-9396BC492015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9B19360-9BED-43CB-84C3-0F0E95416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4C9C2F3-FBA9-45E6-8F15-FE338CA13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AE470-32CE-42C1-AF50-04557768C3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1430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65CC7A68-4875-4BA6-BC6A-CA4DA9AC88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D1D1F81-E092-4E7F-A1B7-F8C3F8F292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B719CB5-F6F1-4A87-B643-53469DF9C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A6EB4-86C6-4AE1-AE24-9396BC492015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2AB43D9-15F6-415B-80F4-F3AC6B84C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74FF22E-18C3-4271-BE19-F42DD9FF0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AE470-32CE-42C1-AF50-04557768C3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4623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C26446-8C43-4938-81C1-20316D807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401237C-BC8A-4FFC-A66B-6AFE6AD2A9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1CBB51F-8D40-4E72-A5B1-8BF2F35D0B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7A6EB4-86C6-4AE1-AE24-9396BC492015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5C6513A-DA4D-40D3-812C-B4E3613466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DB16F70-EE82-46D3-9457-F82C7E2BF6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EAE470-32CE-42C1-AF50-04557768C3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6469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79C2EE-D6F7-495F-BAAC-C9514634DC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Проект </a:t>
            </a:r>
            <a:r>
              <a:rPr lang="ru-RU" dirty="0" err="1"/>
              <a:t>платформер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0D7C5ED-98EA-44C4-BC26-FFE4DFBEC2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Выполнил</a:t>
            </a:r>
            <a:r>
              <a:rPr lang="en-US" dirty="0"/>
              <a:t>:</a:t>
            </a:r>
            <a:r>
              <a:rPr lang="ru-RU" dirty="0"/>
              <a:t>Андреев Роман</a:t>
            </a:r>
          </a:p>
        </p:txBody>
      </p:sp>
    </p:spTree>
    <p:extLst>
      <p:ext uri="{BB962C8B-B14F-4D97-AF65-F5344CB8AC3E}">
        <p14:creationId xmlns:p14="http://schemas.microsoft.com/office/powerpoint/2010/main" val="1886260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4CD342-AA1D-444B-80DA-F5FC94B9B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3BE0A71-C55C-434E-8F8B-92CBC6BB79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Игра написана на </a:t>
            </a:r>
            <a:r>
              <a:rPr lang="en-US" dirty="0"/>
              <a:t>python </a:t>
            </a:r>
            <a:r>
              <a:rPr lang="ru-RU" dirty="0"/>
              <a:t>библиотека </a:t>
            </a:r>
            <a:r>
              <a:rPr lang="en-US" dirty="0"/>
              <a:t>Arcade.</a:t>
            </a:r>
            <a:r>
              <a:rPr lang="ru-RU" dirty="0"/>
              <a:t>В игре есть статистика</a:t>
            </a:r>
            <a:r>
              <a:rPr lang="en-US" dirty="0"/>
              <a:t>,</a:t>
            </a:r>
            <a:r>
              <a:rPr lang="ru-RU" dirty="0"/>
              <a:t> 2 уровня. При прохождении 1 уровня игрок автоматически переходит на второй</a:t>
            </a:r>
            <a:r>
              <a:rPr lang="en-US" dirty="0"/>
              <a:t>.</a:t>
            </a:r>
            <a:r>
              <a:rPr lang="ru-RU" dirty="0"/>
              <a:t> Управление на </a:t>
            </a:r>
            <a:r>
              <a:rPr lang="en-US" dirty="0" err="1"/>
              <a:t>asd</a:t>
            </a:r>
            <a:r>
              <a:rPr lang="en-US" dirty="0"/>
              <a:t> space. </a:t>
            </a:r>
            <a:r>
              <a:rPr lang="ru-RU" dirty="0"/>
              <a:t>После двух уровней игрок отправляется в главное меню.</a:t>
            </a:r>
          </a:p>
        </p:txBody>
      </p:sp>
    </p:spTree>
    <p:extLst>
      <p:ext uri="{BB962C8B-B14F-4D97-AF65-F5344CB8AC3E}">
        <p14:creationId xmlns:p14="http://schemas.microsoft.com/office/powerpoint/2010/main" val="37813919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0F2FEE-F145-454E-8AAA-412A487B2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C8927203-4CB3-412F-9AE9-1B5D152F41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2120" y="3793969"/>
            <a:ext cx="8255000" cy="2798022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6FE5536-A060-4512-B689-32262F0942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9743"/>
            <a:ext cx="6096001" cy="3309258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E7C85E2-4B67-4D42-BC09-FD4551E0B5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9240" y="654879"/>
            <a:ext cx="4734560" cy="2238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7118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45</Words>
  <Application>Microsoft Office PowerPoint</Application>
  <PresentationFormat>Широкоэкранный</PresentationFormat>
  <Paragraphs>3</Paragraphs>
  <Slides>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Тема Office</vt:lpstr>
      <vt:lpstr>Проект платформер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Проект платформер</dc:title>
  <dc:creator>ProBook_009</dc:creator>
  <cp:lastModifiedBy>ProBook_009</cp:lastModifiedBy>
  <cp:revision>1</cp:revision>
  <dcterms:created xsi:type="dcterms:W3CDTF">2026-03-12T17:54:46Z</dcterms:created>
  <dcterms:modified xsi:type="dcterms:W3CDTF">2026-03-12T18:02:52Z</dcterms:modified>
</cp:coreProperties>
</file>